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10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22ECA-EA5B-4B9B-8281-8F1CF1FB3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BBE2C-38AB-428C-8FB5-FF37DC6620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8D4BF-F0DA-4DD7-9AE0-C9688135D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7AEAA-633D-4BD3-8C01-17D07B79B802}" type="datetimeFigureOut">
              <a:rPr lang="pl-PL" smtClean="0"/>
              <a:t>03.10.2025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0F6E8-E50B-4AA9-940B-A85C1D17E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23B0E-B93E-4586-BAED-A1FF6B9D9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03729-9A66-49E8-A2F3-8704B79966C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42659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9E1B6-EE35-4477-9F04-091F9D072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B78E-E8A9-4070-BDF4-63E971CB0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9156F-DC97-4607-9883-659C4E7DA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7AEAA-633D-4BD3-8C01-17D07B79B802}" type="datetimeFigureOut">
              <a:rPr lang="pl-PL" smtClean="0"/>
              <a:t>03.10.2025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B4C0B-3368-4242-8C4D-B2039F4BD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92E5C-AE5E-4F21-A423-0040CEB8C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03729-9A66-49E8-A2F3-8704B79966C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30395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3E425-774A-4301-B576-F7EC19B2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5655EB-8893-41BE-A2AC-6EED3CC14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5ACC5-3341-4CDE-8F20-EF645EE74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7AEAA-633D-4BD3-8C01-17D07B79B802}" type="datetimeFigureOut">
              <a:rPr lang="pl-PL" smtClean="0"/>
              <a:t>03.10.2025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58BE6-934B-4765-8255-52B3B0568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21071-1366-4A1A-83C7-401E2FED1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03729-9A66-49E8-A2F3-8704B79966C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93362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EFA0A-841A-4D76-BD58-BF4531213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E99E37-E70F-4E0E-8B8B-592D3535CD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6EE3FD-D582-44C7-A83C-332FA6EF1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3C4A6-30D1-4B02-9B58-693245D93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7AEAA-633D-4BD3-8C01-17D07B79B802}" type="datetimeFigureOut">
              <a:rPr lang="pl-PL" smtClean="0"/>
              <a:t>03.10.2025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5A45E-0B62-4BA5-B7BC-421EA6E3B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9B4223-A65A-48F8-AE3D-06BD9599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03729-9A66-49E8-A2F3-8704B79966C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03092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FE1A6-4532-45F8-97E6-32182FAEB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AB4BE-1FA5-450C-81ED-AD1122063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36563-D7CC-406C-9936-8D68E5C0EE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D57260-8931-4DFA-895B-ED6019D491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9B1B23-6A73-4897-9800-CF5C390EEA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75AE30-2538-42E0-8C99-0F375F4D2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7AEAA-633D-4BD3-8C01-17D07B79B802}" type="datetimeFigureOut">
              <a:rPr lang="pl-PL" smtClean="0"/>
              <a:t>03.10.2025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9C766E-1D51-496B-AF6B-F33BEF310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81D68D-62CD-46A4-A4BE-97D18ECB5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03729-9A66-49E8-A2F3-8704B79966C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64348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67E0A-4CD4-41D2-BB73-20AA14315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D8392F-746F-4048-9244-956101B2B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7AEAA-633D-4BD3-8C01-17D07B79B802}" type="datetimeFigureOut">
              <a:rPr lang="pl-PL" smtClean="0"/>
              <a:t>03.10.2025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6137EA-C03F-42BD-984A-C073EBA29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EE407D-3038-4B39-B58D-05E669C93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03729-9A66-49E8-A2F3-8704B79966C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50162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099DE9-B0A5-4D10-83E1-79777B222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7AEAA-633D-4BD3-8C01-17D07B79B802}" type="datetimeFigureOut">
              <a:rPr lang="pl-PL" smtClean="0"/>
              <a:t>03.10.2025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532EA5-732E-4635-A006-B1116C3AE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7BDB3-245E-46E1-AA8B-F5DAC4469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03729-9A66-49E8-A2F3-8704B79966C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71591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AF48E-8FB1-4415-A0CB-1E74E7EA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D724E-939D-494B-8B69-737C26C0D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6F5946-398D-473E-8F61-9A4AE6206F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8E20F-1B41-4E63-AB4C-79B0F7A64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7AEAA-633D-4BD3-8C01-17D07B79B802}" type="datetimeFigureOut">
              <a:rPr lang="pl-PL" smtClean="0"/>
              <a:t>03.10.2025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CFB79-8ABC-4CF2-933D-918DF15CB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5CF28-08C4-4CFE-8C97-45772E03C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03729-9A66-49E8-A2F3-8704B79966C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17446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87241-8AD8-4341-B7FE-A1D7EA038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AB59DA-AADD-4AB1-9146-4075DB2113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1635B2-E26E-408B-9CD9-1357B74B05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429CD1-E0DD-4396-B113-45FE92335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7AEAA-633D-4BD3-8C01-17D07B79B802}" type="datetimeFigureOut">
              <a:rPr lang="pl-PL" smtClean="0"/>
              <a:t>03.10.2025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FB2442-BA63-41D2-9914-3556B1429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DC163-8057-46E8-B115-3905475FC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03729-9A66-49E8-A2F3-8704B79966C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98067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C43E2-A859-4314-8A79-287CA55EB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3DB28-E283-4E65-8390-D37952BA8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69A6BE-FB9F-4224-A114-EA91629EB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7AEAA-633D-4BD3-8C01-17D07B79B802}" type="datetimeFigureOut">
              <a:rPr lang="pl-PL" smtClean="0"/>
              <a:t>03.10.2025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4D090-D280-41C5-80FB-0F9E672C5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E897CC-88BB-4FED-BC2C-0448E0D66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03729-9A66-49E8-A2F3-8704B79966C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30977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921BB6-E04D-4BA7-AC70-8DE38B6A21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273DC3-9358-4EE9-8B94-DD44F9D84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8B766-1E83-49BB-9F4B-A8A5E3C4A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7AEAA-633D-4BD3-8C01-17D07B79B802}" type="datetimeFigureOut">
              <a:rPr lang="pl-PL" smtClean="0"/>
              <a:t>03.10.2025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61B47-3F51-44F3-93EF-06AA5C2EF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BB57B-A9FB-46D1-9CCA-7808B33F7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203729-9A66-49E8-A2F3-8704B79966C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1115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2A9F4A-6CCE-40DC-A4AA-C40429BB0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41066-8651-4E56-9C93-8C4161A4EB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DDBF19-CE9C-459B-8150-F5DE399869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7AEAA-633D-4BD3-8C01-17D07B79B802}" type="datetimeFigureOut">
              <a:rPr lang="pl-PL" smtClean="0"/>
              <a:t>03.10.2025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0FE08-F4E5-4FCF-85D7-FF5984939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5EDC3-B49D-41BA-810D-FE4C570FA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03729-9A66-49E8-A2F3-8704B79966C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32056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808DC8-AEE2-458E-8C13-B228DF590B36}"/>
              </a:ext>
            </a:extLst>
          </p:cNvPr>
          <p:cNvSpPr/>
          <p:nvPr/>
        </p:nvSpPr>
        <p:spPr>
          <a:xfrm>
            <a:off x="397932" y="2413000"/>
            <a:ext cx="1676401" cy="6688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DB Operacyjna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59C157-5415-4210-A441-B0B25DF94619}"/>
              </a:ext>
            </a:extLst>
          </p:cNvPr>
          <p:cNvSpPr/>
          <p:nvPr/>
        </p:nvSpPr>
        <p:spPr>
          <a:xfrm>
            <a:off x="2760132" y="2413000"/>
            <a:ext cx="1676401" cy="6688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Debezium</a:t>
            </a:r>
            <a:endParaRPr lang="pl-P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0D8C3B-A821-4181-A81A-54DB7142C4EF}"/>
              </a:ext>
            </a:extLst>
          </p:cNvPr>
          <p:cNvSpPr/>
          <p:nvPr/>
        </p:nvSpPr>
        <p:spPr>
          <a:xfrm>
            <a:off x="5113869" y="2413000"/>
            <a:ext cx="1676401" cy="6688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Kafka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DEA169-F11F-480A-B95F-C45DCF310971}"/>
              </a:ext>
            </a:extLst>
          </p:cNvPr>
          <p:cNvSpPr/>
          <p:nvPr/>
        </p:nvSpPr>
        <p:spPr>
          <a:xfrm>
            <a:off x="7467606" y="2413000"/>
            <a:ext cx="4241794" cy="6688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Spark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75171D-8FA9-4D59-B049-6B5D265D7F6F}"/>
              </a:ext>
            </a:extLst>
          </p:cNvPr>
          <p:cNvSpPr/>
          <p:nvPr/>
        </p:nvSpPr>
        <p:spPr>
          <a:xfrm>
            <a:off x="7467605" y="3530599"/>
            <a:ext cx="4241794" cy="13292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Data Lake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8A3A8C-A113-4C04-96E7-E79E80B804B9}"/>
              </a:ext>
            </a:extLst>
          </p:cNvPr>
          <p:cNvSpPr/>
          <p:nvPr/>
        </p:nvSpPr>
        <p:spPr>
          <a:xfrm>
            <a:off x="397932" y="1329266"/>
            <a:ext cx="1676401" cy="6688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App</a:t>
            </a:r>
            <a:r>
              <a:rPr lang="pl-PL" dirty="0"/>
              <a:t> </a:t>
            </a:r>
          </a:p>
          <a:p>
            <a:pPr algn="ctr"/>
            <a:r>
              <a:rPr lang="pl-PL" dirty="0"/>
              <a:t>Data Gen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8C135F-A795-4EC6-8896-9CC106B280DA}"/>
              </a:ext>
            </a:extLst>
          </p:cNvPr>
          <p:cNvSpPr/>
          <p:nvPr/>
        </p:nvSpPr>
        <p:spPr>
          <a:xfrm>
            <a:off x="397931" y="245533"/>
            <a:ext cx="11311468" cy="6688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Airflow</a:t>
            </a:r>
            <a:endParaRPr lang="pl-PL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6F1484F-A606-4714-9DE4-D4896C606F71}"/>
              </a:ext>
            </a:extLst>
          </p:cNvPr>
          <p:cNvSpPr/>
          <p:nvPr/>
        </p:nvSpPr>
        <p:spPr>
          <a:xfrm>
            <a:off x="7653867" y="3657600"/>
            <a:ext cx="973666" cy="9228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Bronze</a:t>
            </a:r>
            <a:endParaRPr lang="pl-PL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58F178A-8A37-4069-8C1E-029DB48E3CE9}"/>
              </a:ext>
            </a:extLst>
          </p:cNvPr>
          <p:cNvSpPr/>
          <p:nvPr/>
        </p:nvSpPr>
        <p:spPr>
          <a:xfrm>
            <a:off x="9101669" y="3674534"/>
            <a:ext cx="973666" cy="9228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Silver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EC0F5DF-6A88-4008-8F78-0E5C1B45948D}"/>
              </a:ext>
            </a:extLst>
          </p:cNvPr>
          <p:cNvSpPr/>
          <p:nvPr/>
        </p:nvSpPr>
        <p:spPr>
          <a:xfrm>
            <a:off x="10549471" y="3657599"/>
            <a:ext cx="973666" cy="9228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Gold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1DECE0-6E96-405E-BF06-6F27109F643E}"/>
              </a:ext>
            </a:extLst>
          </p:cNvPr>
          <p:cNvSpPr/>
          <p:nvPr/>
        </p:nvSpPr>
        <p:spPr>
          <a:xfrm>
            <a:off x="7425271" y="5943601"/>
            <a:ext cx="4326464" cy="6688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MLFlow</a:t>
            </a:r>
            <a:endParaRPr lang="pl-PL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DEF1E2-DC05-48EC-B95B-2F16958C8DC8}"/>
              </a:ext>
            </a:extLst>
          </p:cNvPr>
          <p:cNvSpPr/>
          <p:nvPr/>
        </p:nvSpPr>
        <p:spPr>
          <a:xfrm>
            <a:off x="2827865" y="5943601"/>
            <a:ext cx="3962405" cy="6688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Model AI </a:t>
            </a:r>
          </a:p>
          <a:p>
            <a:pPr algn="ctr"/>
            <a:r>
              <a:rPr lang="pl-PL" dirty="0"/>
              <a:t>API / Kafka </a:t>
            </a:r>
            <a:r>
              <a:rPr lang="pl-PL" dirty="0" err="1"/>
              <a:t>consumer</a:t>
            </a:r>
            <a:endParaRPr lang="pl-P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1E9F6C-E215-4FC9-A86A-2B5052E43093}"/>
              </a:ext>
            </a:extLst>
          </p:cNvPr>
          <p:cNvSpPr/>
          <p:nvPr/>
        </p:nvSpPr>
        <p:spPr>
          <a:xfrm>
            <a:off x="7425270" y="5029200"/>
            <a:ext cx="4284129" cy="6688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Great </a:t>
            </a:r>
            <a:r>
              <a:rPr lang="pl-PL" dirty="0" err="1"/>
              <a:t>Expectations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49549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D9FF96-5BAF-4619-AEB0-C8E2AFDFD637}"/>
              </a:ext>
            </a:extLst>
          </p:cNvPr>
          <p:cNvSpPr/>
          <p:nvPr/>
        </p:nvSpPr>
        <p:spPr>
          <a:xfrm>
            <a:off x="661012" y="2647718"/>
            <a:ext cx="1861850" cy="17516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Table_raw_data</a:t>
            </a:r>
            <a:endParaRPr lang="pl-PL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D2EABB6-E15C-47F5-A5B5-EDCD91B24363}"/>
              </a:ext>
            </a:extLst>
          </p:cNvPr>
          <p:cNvCxnSpPr>
            <a:cxnSpLocks/>
          </p:cNvCxnSpPr>
          <p:nvPr/>
        </p:nvCxnSpPr>
        <p:spPr>
          <a:xfrm flipV="1">
            <a:off x="220338" y="3523559"/>
            <a:ext cx="440674" cy="7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48273D7-4A8A-4565-894B-CEACAD4973CD}"/>
              </a:ext>
            </a:extLst>
          </p:cNvPr>
          <p:cNvCxnSpPr>
            <a:cxnSpLocks/>
          </p:cNvCxnSpPr>
          <p:nvPr/>
        </p:nvCxnSpPr>
        <p:spPr>
          <a:xfrm>
            <a:off x="2313542" y="3547429"/>
            <a:ext cx="6279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7C18518-3914-405C-A613-A2FA1274CDA4}"/>
              </a:ext>
            </a:extLst>
          </p:cNvPr>
          <p:cNvSpPr/>
          <p:nvPr/>
        </p:nvSpPr>
        <p:spPr>
          <a:xfrm>
            <a:off x="5450593" y="2647718"/>
            <a:ext cx="1861850" cy="17516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Quality</a:t>
            </a:r>
            <a:r>
              <a:rPr lang="pl-PL" dirty="0"/>
              <a:t> </a:t>
            </a:r>
            <a:r>
              <a:rPr lang="pl-PL" dirty="0" err="1"/>
              <a:t>Check</a:t>
            </a:r>
            <a:endParaRPr lang="pl-P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288C9E-BD55-4457-BB22-34AE974392BB}"/>
              </a:ext>
            </a:extLst>
          </p:cNvPr>
          <p:cNvSpPr/>
          <p:nvPr/>
        </p:nvSpPr>
        <p:spPr>
          <a:xfrm>
            <a:off x="2920389" y="2647718"/>
            <a:ext cx="1861850" cy="17516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Table_silver</a:t>
            </a:r>
            <a:endParaRPr lang="pl-P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B7D0F5-E9E3-4749-9592-7504CBBAD6BE}"/>
              </a:ext>
            </a:extLst>
          </p:cNvPr>
          <p:cNvSpPr/>
          <p:nvPr/>
        </p:nvSpPr>
        <p:spPr>
          <a:xfrm>
            <a:off x="7940404" y="2680766"/>
            <a:ext cx="1861850" cy="17516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Gold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CFC2654-A20A-46C0-8485-A12FA45FA87E}"/>
              </a:ext>
            </a:extLst>
          </p:cNvPr>
          <p:cNvCxnSpPr>
            <a:cxnSpLocks/>
          </p:cNvCxnSpPr>
          <p:nvPr/>
        </p:nvCxnSpPr>
        <p:spPr>
          <a:xfrm>
            <a:off x="7312443" y="3556607"/>
            <a:ext cx="6279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0E0C660-0C4D-430D-9931-B3CA56CCA93C}"/>
              </a:ext>
            </a:extLst>
          </p:cNvPr>
          <p:cNvCxnSpPr>
            <a:cxnSpLocks/>
            <a:stCxn id="13" idx="3"/>
            <a:endCxn id="18" idx="1"/>
          </p:cNvCxnSpPr>
          <p:nvPr/>
        </p:nvCxnSpPr>
        <p:spPr>
          <a:xfrm>
            <a:off x="9802254" y="3556607"/>
            <a:ext cx="47739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BD9854B-FFBF-4DD9-B5B3-BD051BAEF259}"/>
              </a:ext>
            </a:extLst>
          </p:cNvPr>
          <p:cNvSpPr/>
          <p:nvPr/>
        </p:nvSpPr>
        <p:spPr>
          <a:xfrm>
            <a:off x="10279649" y="2680766"/>
            <a:ext cx="1861850" cy="17516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Quality</a:t>
            </a:r>
            <a:r>
              <a:rPr lang="pl-PL" dirty="0"/>
              <a:t> </a:t>
            </a:r>
            <a:r>
              <a:rPr lang="pl-PL" dirty="0" err="1"/>
              <a:t>Check</a:t>
            </a:r>
            <a:endParaRPr lang="pl-PL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9A28F9-9D75-4C32-95E4-3F3135604A2C}"/>
              </a:ext>
            </a:extLst>
          </p:cNvPr>
          <p:cNvSpPr/>
          <p:nvPr/>
        </p:nvSpPr>
        <p:spPr>
          <a:xfrm>
            <a:off x="10279649" y="5021854"/>
            <a:ext cx="1861850" cy="17516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ML Model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636F06-5C09-44AB-AA32-A750545C7BC8}"/>
              </a:ext>
            </a:extLst>
          </p:cNvPr>
          <p:cNvSpPr/>
          <p:nvPr/>
        </p:nvSpPr>
        <p:spPr>
          <a:xfrm>
            <a:off x="1894902" y="683046"/>
            <a:ext cx="9559882" cy="12668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 err="1"/>
              <a:t>Airflow</a:t>
            </a:r>
            <a:endParaRPr lang="pl-PL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B1EB86C-19B1-4494-A6B5-4F318C592617}"/>
              </a:ext>
            </a:extLst>
          </p:cNvPr>
          <p:cNvCxnSpPr>
            <a:cxnSpLocks/>
          </p:cNvCxnSpPr>
          <p:nvPr/>
        </p:nvCxnSpPr>
        <p:spPr>
          <a:xfrm>
            <a:off x="4822632" y="3556607"/>
            <a:ext cx="6279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450CE4C-E1BC-447B-83E8-ECA300D4B7C4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11210574" y="4432448"/>
            <a:ext cx="0" cy="589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2439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F85CA91CBE5A04A98B3EABED47C01F4" ma:contentTypeVersion="3" ma:contentTypeDescription="Utwórz nowy dokument." ma:contentTypeScope="" ma:versionID="ed9a55ead98c8ffa95b16016081b4449">
  <xsd:schema xmlns:xsd="http://www.w3.org/2001/XMLSchema" xmlns:xs="http://www.w3.org/2001/XMLSchema" xmlns:p="http://schemas.microsoft.com/office/2006/metadata/properties" xmlns:ns2="c9d74a0b-2f55-4a58-80ca-27c2af706ce1" targetNamespace="http://schemas.microsoft.com/office/2006/metadata/properties" ma:root="true" ma:fieldsID="e4548d2cf9b3a424b056994d68f9b8e5" ns2:_="">
    <xsd:import namespace="c9d74a0b-2f55-4a58-80ca-27c2af706c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d74a0b-2f55-4a58-80ca-27c2af706c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7A1C56-8A22-4288-97FE-B9177406A0A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C72CAE8-C9B9-458B-A8AC-FABB9D01A4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433888-60E5-4FEA-A6C7-C8CD3EF6856A}"/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39</Words>
  <Application>Microsoft Office PowerPoint</Application>
  <PresentationFormat>Panoramiczny</PresentationFormat>
  <Paragraphs>22</Paragraphs>
  <Slides>2</Slides>
  <Notes>0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2</vt:i4>
      </vt:variant>
    </vt:vector>
  </HeadingPairs>
  <TitlesOfParts>
    <vt:vector size="3" baseType="lpstr">
      <vt:lpstr>Office Theme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Mateusz Zbikowski</dc:creator>
  <cp:lastModifiedBy>Mateusz Zbikowski</cp:lastModifiedBy>
  <cp:revision>8</cp:revision>
  <dcterms:created xsi:type="dcterms:W3CDTF">2025-10-03T14:34:56Z</dcterms:created>
  <dcterms:modified xsi:type="dcterms:W3CDTF">2025-10-03T19:20:06Z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0x0101008F85CA91CBE5A04A98B3EABED47C01F4</vt:lpwstr>
  </property>
</Properties>
</file>